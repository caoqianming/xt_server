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a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828800"/>
          <a:ext cx="54864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</a:tblGrid>
              <a:tr h="365760">
                <a:tc>
                  <a:txBody>
                    <a:bodyPr/>
                    <a:lstStyle/>
                    <a:p>
                      <a:r>
                        <a:t>Foo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Baz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Qux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